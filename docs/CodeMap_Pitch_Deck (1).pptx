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8869680" y="128016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1E2A45"/>
          </a:solidFill>
          <a:ln w="19050">
            <a:solidFill>
              <a:srgbClr val="2DD4B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 rot="240000">
            <a:off x="9464040" y="210312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1B2438"/>
          </a:solidFill>
          <a:ln w="19050">
            <a:solidFill>
              <a:srgbClr val="2C37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 rot="-180000">
            <a:off x="8686800" y="288036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1B2438"/>
          </a:solidFill>
          <a:ln w="19050">
            <a:solidFill>
              <a:srgbClr val="2C37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6126480"/>
            <a:ext cx="274320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685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TALKS · 60-DAY CLAUDE AI CHALLENGE — 10-DAY CAPSTONE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19456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CodeMap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005840" y="3429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repo. Understand it in under two minutes.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41148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5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onboarding guide for open-source contributors, generated live from any public repository.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274552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Contributors quit before they even start.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840480" cy="4114800"/>
          </a:xfrm>
          <a:prstGeom prst="roundRect">
            <a:avLst>
              <a:gd name="adj" fmla="val 2381"/>
            </a:avLst>
          </a:prstGeom>
          <a:solidFill>
            <a:srgbClr val="1A2333"/>
          </a:solidFill>
          <a:ln w="12700">
            <a:solidFill>
              <a:srgbClr val="1A2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3317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30–60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5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93192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just orienting in an unfamiliar codebase — before a single line of a contribution gets written.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92040" y="2011680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623560" y="19202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READMEs go stale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623560" y="2313432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are often outdated, incomplete, or written for users — not contributors.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92040" y="3246120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623560" y="31546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map of the code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623560" y="3547872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explains why the folders are organized the way they are, or where logic actually lives.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92040" y="4480560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623560" y="43891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Maintainers aren't instant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623560" y="4782312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in chat depends entirely on someone else's availability and response time.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274552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THIS IS FOR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Curious Contributor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F7F8FA"/>
          </a:solidFill>
          <a:ln w="12700">
            <a:solidFill>
              <a:srgbClr val="E2E4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240280"/>
            <a:ext cx="822960" cy="8229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965960" y="228600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developer who contributes to open-source projects — for learning, portfolio-building, or community involvement.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4290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 read code fine. What they resent is spending most of their available time on orientation, not the actual contribution.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4526280"/>
            <a:ext cx="4480560" cy="0"/>
          </a:xfrm>
          <a:prstGeom prst="line">
            <a:avLst/>
          </a:prstGeom>
          <a:noFill/>
          <a:ln w="12700">
            <a:solidFill>
              <a:srgbClr val="E2E4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663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want to know, fast: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50292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project actually do?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 have the right skills for this stack?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 the code do I even start reading?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1965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alternatives — and why they fall short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260604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7F8FA"/>
          </a:solidFill>
          <a:ln w="12700">
            <a:solidFill>
              <a:srgbClr val="E2E4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27249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README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308152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outdated or incomplete, and written for end users, not contributors.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0" y="384048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7F8FA"/>
          </a:solidFill>
          <a:ln w="12700">
            <a:solidFill>
              <a:srgbClr val="E2E4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39593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the file tree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431596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and offers zero explanation of why the structure looks the way it does.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0" y="507492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7F8FA"/>
          </a:solidFill>
          <a:ln w="12700">
            <a:solidFill>
              <a:srgbClr val="E2E4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51937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the project's Discord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55080" y="555040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entirely on a maintainer being online and willing to answer.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274552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CodeMap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514600" cy="33832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377440"/>
            <a:ext cx="548640" cy="548640"/>
          </a:xfrm>
          <a:prstGeom prst="ellipse">
            <a:avLst/>
          </a:prstGeom>
          <a:solidFill>
            <a:srgbClr val="1A2333"/>
          </a:solidFill>
          <a:ln w="12700">
            <a:solidFill>
              <a:srgbClr val="1A2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41248" y="3154680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repo link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41248" y="3886200"/>
            <a:ext cx="21122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public JavaScript or Python GitHub repository.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172968" y="347472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5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83280" y="2103120"/>
            <a:ext cx="2514600" cy="33832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11880" y="2377440"/>
            <a:ext cx="548640" cy="548640"/>
          </a:xfrm>
          <a:prstGeom prst="ellipse">
            <a:avLst/>
          </a:prstGeom>
          <a:solidFill>
            <a:srgbClr val="1A2333"/>
          </a:solidFill>
          <a:ln w="12700">
            <a:solidFill>
              <a:srgbClr val="1A2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84448" y="3154680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curate the essentials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584448" y="3886200"/>
            <a:ext cx="21122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README, manifest, entry points, and smart-sampled source files.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16168" y="347472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5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126480" y="2103120"/>
            <a:ext cx="2514600" cy="33832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2377440"/>
            <a:ext cx="548640" cy="548640"/>
          </a:xfrm>
          <a:prstGeom prst="ellipse">
            <a:avLst/>
          </a:prstGeom>
          <a:solidFill>
            <a:srgbClr val="1A2333"/>
          </a:solidFill>
          <a:ln w="12700">
            <a:solidFill>
              <a:srgbClr val="1A2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27648" y="3154680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synthesizes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327648" y="3886200"/>
            <a:ext cx="21122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well-engineered call turns curated files into a structured report.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659368" y="347472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5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869680" y="2103120"/>
            <a:ext cx="2514600" cy="33832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98280" y="237744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9828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070848" y="3154680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read your map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9070848" y="3886200"/>
            <a:ext cx="21122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Overview, stack, structure, entry points, and setup — in one page.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274552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Report, Five Answers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7F8FA"/>
          </a:solidFill>
          <a:ln w="12700">
            <a:solidFill>
              <a:srgbClr val="E2E4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94560"/>
            <a:ext cx="411480" cy="4114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13055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project does and who it's for, in plain language.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96596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7F8FA"/>
          </a:solidFill>
          <a:ln w="12700">
            <a:solidFill>
              <a:srgbClr val="E2E4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2194560"/>
            <a:ext cx="411480" cy="4114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66360" y="213055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28346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languages, frameworks, and tools it's actually built with.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96596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7F8FA"/>
          </a:solidFill>
          <a:ln w="12700">
            <a:solidFill>
              <a:srgbClr val="E2E4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2194560"/>
            <a:ext cx="411480" cy="4114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15400" y="213055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Structure Explained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66760" y="28346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codebase is organized the way it is.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7F8FA"/>
          </a:solidFill>
          <a:ln w="12700">
            <a:solidFill>
              <a:srgbClr val="E2E4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4160520"/>
            <a:ext cx="411480" cy="4114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0965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Start Reading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8680" y="48006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entry points and modules that matter most.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89120" y="393192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7F8FA"/>
          </a:solidFill>
          <a:ln w="12700">
            <a:solidFill>
              <a:srgbClr val="E2E4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17720" y="4160520"/>
            <a:ext cx="411480" cy="4114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66360" y="40965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Instructions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17720" y="48006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summary of how to run it locally.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38160" y="393192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1A2333"/>
          </a:solidFill>
          <a:ln w="12700">
            <a:solidFill>
              <a:srgbClr val="1A2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66760" y="41148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~90 sec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366760" y="47091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time to generate the full report, live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1274552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DIFFERENT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Grounded, Not Generic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9050">
            <a:solidFill>
              <a:srgbClr val="E2E4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40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generic AI chatbot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321868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it was trained on — possibly outdated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3886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417880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vague, one-size-fits-all summary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4846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513892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on your own to explore the code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80760" y="196596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1A2333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240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CodeMap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00800" y="2926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0" y="321868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repository, fetched live at request time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0" y="3886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0" y="417880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specific, structured answers grounded in real files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0" y="4846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0" y="513892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know where to start reading the code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274552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v1.0 Today → What's Next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IN v1.0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JS/Python repos, no login required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Five-section onboarding report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Smart, token-budgeted handling of large repos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error handling for edge cases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live at a public URL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080760" y="1874520"/>
            <a:ext cx="0" cy="4206240"/>
          </a:xfrm>
          <a:prstGeom prst="line">
            <a:avLst/>
          </a:prstGeom>
          <a:noFill/>
          <a:ln w="19050">
            <a:solidFill>
              <a:srgbClr val="E2E4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1874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ROADMAP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37960" y="228600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exploration — Claude actively browses the repo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“Good first issue” → relevant file mapping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chat about the codebase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repo support via GitHub OAuth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architecture diagrams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extension / GitHub App integration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1274552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300000">
            <a:off x="8778240" y="1188720"/>
            <a:ext cx="2011680" cy="1280160"/>
          </a:xfrm>
          <a:prstGeom prst="roundRect">
            <a:avLst>
              <a:gd name="adj" fmla="val 8571"/>
            </a:avLst>
          </a:prstGeom>
          <a:solidFill>
            <a:srgbClr val="1E2A45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240000">
            <a:off x="9326880" y="2194560"/>
            <a:ext cx="2011680" cy="1280160"/>
          </a:xfrm>
          <a:prstGeom prst="roundRect">
            <a:avLst>
              <a:gd name="adj" fmla="val 8571"/>
            </a:avLst>
          </a:prstGeom>
          <a:solidFill>
            <a:srgbClr val="1B2438"/>
          </a:solidFill>
          <a:ln w="19050">
            <a:solidFill>
              <a:srgbClr val="2C37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60120" y="137160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contributor's first ten minutes with a new codebase — solved.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05840" y="34290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5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CodeMap starts as a fast, static-analysis onboarding tool. The roadmap points toward a live agentic assistant that doesn't just describe a codebase — it actively explores it, answers follow-up questions, and points contributors straight at their first real pull request.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5120640"/>
            <a:ext cx="274320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5303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[deployed URL — added Day 9]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274552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2026-07-20T10:51:32Z</dcterms:created>
  <dcterms:modified xsi:type="dcterms:W3CDTF">2026-07-20T10:51:32Z</dcterms:modified>
</cp:coreProperties>
</file>